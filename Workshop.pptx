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B8D35-B803-4606-BF3F-B4422B254B25}" v="2" dt="2025-01-05T15:11:29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3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Arostegui Cunza" userId="d89b6af450cec8f7" providerId="LiveId" clId="{9DF375DA-8634-43BE-8C89-E790BBF6E16E}"/>
    <pc:docChg chg="delSld modSld">
      <pc:chgData name="Erick Arostegui Cunza" userId="d89b6af450cec8f7" providerId="LiveId" clId="{9DF375DA-8634-43BE-8C89-E790BBF6E16E}" dt="2024-08-31T14:19:28.367" v="2" actId="47"/>
      <pc:docMkLst>
        <pc:docMk/>
      </pc:docMkLst>
      <pc:sldChg chg="delSp">
        <pc:chgData name="Erick Arostegui Cunza" userId="d89b6af450cec8f7" providerId="LiveId" clId="{9DF375DA-8634-43BE-8C89-E790BBF6E16E}" dt="2024-08-31T14:19:26.385" v="0" actId="478"/>
        <pc:sldMkLst>
          <pc:docMk/>
          <pc:sldMk cId="2556419871" sldId="256"/>
        </pc:sldMkLst>
      </pc:sldChg>
      <pc:sldChg chg="del">
        <pc:chgData name="Erick Arostegui Cunza" userId="d89b6af450cec8f7" providerId="LiveId" clId="{9DF375DA-8634-43BE-8C89-E790BBF6E16E}" dt="2024-08-31T14:19:28.240" v="1" actId="47"/>
        <pc:sldMkLst>
          <pc:docMk/>
          <pc:sldMk cId="3143207570" sldId="257"/>
        </pc:sldMkLst>
      </pc:sldChg>
      <pc:sldChg chg="del">
        <pc:chgData name="Erick Arostegui Cunza" userId="d89b6af450cec8f7" providerId="LiveId" clId="{9DF375DA-8634-43BE-8C89-E790BBF6E16E}" dt="2024-08-31T14:19:28.367" v="2" actId="47"/>
        <pc:sldMkLst>
          <pc:docMk/>
          <pc:sldMk cId="4226463071" sldId="258"/>
        </pc:sldMkLst>
      </pc:sldChg>
    </pc:docChg>
  </pc:docChgLst>
  <pc:docChgLst>
    <pc:chgData name="Erick Arostegui Cunza" userId="d89b6af450cec8f7" providerId="LiveId" clId="{167673D0-F6FB-4C74-BBB6-8B7BC243AFFA}"/>
    <pc:docChg chg="undo custSel addSld delSld modSld">
      <pc:chgData name="Erick Arostegui Cunza" userId="d89b6af450cec8f7" providerId="LiveId" clId="{167673D0-F6FB-4C74-BBB6-8B7BC243AFFA}" dt="2024-05-18T18:55:20.302" v="19" actId="20577"/>
      <pc:docMkLst>
        <pc:docMk/>
      </pc:docMkLst>
      <pc:sldChg chg="modSp mod">
        <pc:chgData name="Erick Arostegui Cunza" userId="d89b6af450cec8f7" providerId="LiveId" clId="{167673D0-F6FB-4C74-BBB6-8B7BC243AFFA}" dt="2024-05-18T17:33:04.770" v="7" actId="1076"/>
        <pc:sldMkLst>
          <pc:docMk/>
          <pc:sldMk cId="2556419871" sldId="256"/>
        </pc:sldMkLst>
      </pc:sldChg>
      <pc:sldChg chg="modSp mod">
        <pc:chgData name="Erick Arostegui Cunza" userId="d89b6af450cec8f7" providerId="LiveId" clId="{167673D0-F6FB-4C74-BBB6-8B7BC243AFFA}" dt="2024-05-18T17:47:37.519" v="9" actId="6549"/>
        <pc:sldMkLst>
          <pc:docMk/>
          <pc:sldMk cId="3143207570" sldId="257"/>
        </pc:sldMkLst>
      </pc:sldChg>
      <pc:sldChg chg="modSp mod">
        <pc:chgData name="Erick Arostegui Cunza" userId="d89b6af450cec8f7" providerId="LiveId" clId="{167673D0-F6FB-4C74-BBB6-8B7BC243AFFA}" dt="2024-05-18T18:55:20.302" v="19" actId="20577"/>
        <pc:sldMkLst>
          <pc:docMk/>
          <pc:sldMk cId="4226463071" sldId="258"/>
        </pc:sldMkLst>
      </pc:sldChg>
      <pc:sldChg chg="new del">
        <pc:chgData name="Erick Arostegui Cunza" userId="d89b6af450cec8f7" providerId="LiveId" clId="{167673D0-F6FB-4C74-BBB6-8B7BC243AFFA}" dt="2024-05-18T17:12:37.558" v="3" actId="680"/>
        <pc:sldMkLst>
          <pc:docMk/>
          <pc:sldMk cId="1137511692" sldId="259"/>
        </pc:sldMkLst>
      </pc:sldChg>
      <pc:sldChg chg="new del">
        <pc:chgData name="Erick Arostegui Cunza" userId="d89b6af450cec8f7" providerId="LiveId" clId="{167673D0-F6FB-4C74-BBB6-8B7BC243AFFA}" dt="2024-05-18T18:41:19.393" v="13" actId="680"/>
        <pc:sldMkLst>
          <pc:docMk/>
          <pc:sldMk cId="1138959906" sldId="259"/>
        </pc:sldMkLst>
      </pc:sldChg>
      <pc:sldChg chg="new del">
        <pc:chgData name="Erick Arostegui Cunza" userId="d89b6af450cec8f7" providerId="LiveId" clId="{167673D0-F6FB-4C74-BBB6-8B7BC243AFFA}" dt="2024-05-18T17:09:43.498" v="1" actId="680"/>
        <pc:sldMkLst>
          <pc:docMk/>
          <pc:sldMk cId="2835609294" sldId="259"/>
        </pc:sldMkLst>
      </pc:sldChg>
      <pc:sldChg chg="new del">
        <pc:chgData name="Erick Arostegui Cunza" userId="d89b6af450cec8f7" providerId="LiveId" clId="{167673D0-F6FB-4C74-BBB6-8B7BC243AFFA}" dt="2024-05-18T17:56:56.584" v="11" actId="680"/>
        <pc:sldMkLst>
          <pc:docMk/>
          <pc:sldMk cId="3800009177" sldId="259"/>
        </pc:sldMkLst>
      </pc:sldChg>
    </pc:docChg>
  </pc:docChgLst>
  <pc:docChgLst>
    <pc:chgData name="Erick Arostegui Cunza" userId="d89b6af450cec8f7" providerId="LiveId" clId="{79FB8D35-B803-4606-BF3F-B4422B254B25}"/>
    <pc:docChg chg="addSld modSld">
      <pc:chgData name="Erick Arostegui Cunza" userId="d89b6af450cec8f7" providerId="LiveId" clId="{79FB8D35-B803-4606-BF3F-B4422B254B25}" dt="2025-01-05T15:11:29.392" v="1"/>
      <pc:docMkLst>
        <pc:docMk/>
      </pc:docMkLst>
      <pc:sldChg chg="addSp modSp">
        <pc:chgData name="Erick Arostegui Cunza" userId="d89b6af450cec8f7" providerId="LiveId" clId="{79FB8D35-B803-4606-BF3F-B4422B254B25}" dt="2025-01-05T14:33:30.882" v="0"/>
        <pc:sldMkLst>
          <pc:docMk/>
          <pc:sldMk cId="1405451352" sldId="257"/>
        </pc:sldMkLst>
        <pc:cxnChg chg="add mod">
          <ac:chgData name="Erick Arostegui Cunza" userId="d89b6af450cec8f7" providerId="LiveId" clId="{79FB8D35-B803-4606-BF3F-B4422B254B25}" dt="2025-01-05T14:33:30.882" v="0"/>
          <ac:cxnSpMkLst>
            <pc:docMk/>
            <pc:sldMk cId="1405451352" sldId="257"/>
            <ac:cxnSpMk id="2" creationId="{DB701568-E443-012C-9DDF-7C1DACA561FF}"/>
          </ac:cxnSpMkLst>
        </pc:cxnChg>
      </pc:sldChg>
      <pc:sldChg chg="add">
        <pc:chgData name="Erick Arostegui Cunza" userId="d89b6af450cec8f7" providerId="LiveId" clId="{79FB8D35-B803-4606-BF3F-B4422B254B25}" dt="2025-01-05T15:11:29.392" v="1"/>
        <pc:sldMkLst>
          <pc:docMk/>
          <pc:sldMk cId="1802254196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162F8-17BD-4677-AD95-269B68B41343}" type="datetimeFigureOut">
              <a:rPr lang="es-PE" smtClean="0"/>
              <a:t>14/06/2025</a:t>
            </a:fld>
            <a:endParaRPr lang="es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430F8-A64B-4B14-B66C-295463F2D84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191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EE35-01E4-0BBD-2B2D-7C4286A3D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5A5C9-8258-7913-01B9-DB88A23D2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F0510-8C64-2C6A-01D1-9E3BFCCE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9A35F-49A2-59CA-1696-A390193A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7077A-AC5C-961A-CCA1-5EF78527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7115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8E2B-812F-D01F-37C9-1A6F244F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54F6F-AA1A-ED90-A9E7-4C5F6D44B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9F0B2-A449-6E4A-DC88-ED8A1D00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D6C12-EA37-A54C-D514-4C47E9A85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A0EA3-9634-FB63-7F1C-97CA5D6E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1332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61C3-58A2-D19B-F894-BDBEE23C6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E4996-5B39-C9A9-DCB5-C158FA90C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D478F-1349-34E3-E48B-2E5491710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0B787-644F-FA7B-949C-4F991E2C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8BF05-6DA0-5F56-6E76-2F883435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7632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F824-317A-C391-299A-46111230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D06E3-9067-1640-7176-402D0462F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685A4-957B-FE2B-0AB2-2A2B651E4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01C09-DA2A-ED80-692D-C9B4724F8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C1649-86E5-2E89-115C-24CBBDFB8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6E9AF-7C6F-FFCC-1098-C6DABACA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1193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6EEA4-A656-F0DA-E7A5-A1B09CE4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E27D5-D394-6E50-4B35-EDFA1F6F8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D831E-30E5-A7BA-18C4-42929B66A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5C3D0-98D2-9E56-B81D-58CA4D883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47205-9197-8492-3916-99DD6E299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3DD3B-CDE5-2DC9-D8AC-22336A1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42829B-FFAB-645E-8C6F-719EF869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C93826-A170-473B-A57F-AE17C29F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29600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18F3-CEC1-C221-BCBB-58559C1A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15B28-0238-E70E-79D9-A3F77732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EB49D-42FC-53ED-95B6-6E8EAE6A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A9D62-75EE-BB83-1236-41D508D0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7728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854DA-B95C-753C-8F60-F1B97CE4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B42B9-A6D3-9945-8E0A-7C74872AA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F6D95-54DF-D660-A65D-BA9927FB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1232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ECA23-364D-9392-1364-60C607DEC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FB977-08ED-3FCD-200E-01A9BC4C5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959C8-8DC5-774B-41AC-8F8170EB6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01495-7376-D87C-7D88-A7595F00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5E105-E12C-A4C9-183B-F6E70D53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237FB-033E-1F4E-E4B9-EF604BDB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311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F4A7-6A0A-6429-C73B-DE8B9249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30915-6CCF-5B7E-E3F1-1CD3945E2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62C1D-6CA0-E034-D62B-45E11ED92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3C121-E357-0011-71BB-090534C4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6AE22-1BD8-7FCF-D44D-85DB3B4D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23627-5455-B3BA-A27E-87347E0D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3134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34B1-A554-BEA2-BB10-7F754EE7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D0847-E08B-577D-CB4D-B40D69E47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79BCD-6E92-AE22-FC13-12B3A8B0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4EFEB-675B-C348-4DDD-E7AB25C3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2F90B-C6A6-B08D-1BEE-C0AB69EA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3274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CC5BE-AD36-50D2-A4BC-7BAD9B7EB4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A722-B2C5-D18C-328E-34CC0E310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A09FB-FDB5-BF05-4082-10AC805F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3C2BB-CBAD-44C0-D5A0-5AA362E1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6B81-DF78-A2E7-DABB-631EEFEA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1259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D8743-18F8-AD9F-A33A-713983B7A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75D69-ABFC-07BB-9E90-C5AD0722D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5C1FF-E83D-C446-9017-9D472A3B0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A2006-FA07-4B3A-AC70-671B6ABBE628}" type="datetimeFigureOut">
              <a:rPr lang="es-419" smtClean="0"/>
              <a:t>14/6/2025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2E219-9BFB-62AC-B343-5E3F2F35E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B813D-FC1C-C703-DE42-F01E2BF4A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98DB5-0BFF-47DD-B5C5-EF489971E7A2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6458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1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Arostegui Cunza</dc:creator>
  <cp:lastModifiedBy>Erick Arostegui Cunza</cp:lastModifiedBy>
  <cp:revision>31</cp:revision>
  <dcterms:created xsi:type="dcterms:W3CDTF">2024-02-17T14:17:29Z</dcterms:created>
  <dcterms:modified xsi:type="dcterms:W3CDTF">2025-06-14T13:11:15Z</dcterms:modified>
</cp:coreProperties>
</file>